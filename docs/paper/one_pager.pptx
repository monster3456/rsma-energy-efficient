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4887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Microsoft YaHei"/>
              </a:rPr>
              <a:t>过载 RSMA 上行能效在线调度：逐点硬约束下的分层强化学习与求解器专家蒸馏</a:t>
            </a:r>
          </a:p>
          <a:p>
            <a:r>
              <a:rPr sz="1200">
                <a:solidFill>
                  <a:srgbClr val="595959"/>
                </a:solidFill>
                <a:latin typeface="Microsoft YaHei"/>
              </a:rPr>
              <a:t>K=24 &gt; Nr=16 过载 MU-MIMO 上行 · 不完美 CSI · 每槽联合决策 (功率, 流分裂, SIC 序) · 能效 = R_sum / P_consume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1143000"/>
            <a:ext cx="5705856" cy="31089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问题背景｜过载 RSMA 上行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1490472"/>
            <a:ext cx="5559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过载上行：活跃用户 K=24 超过接收天线 Nr=16，空间复用饱和、干扰受限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RSMA：消息分裂为公共流+私有流，接收端 MMSE-SIC，把部分干扰变为可解码速率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现实损伤：不完美 CSI（误差随负载 K 增大）、Poisson 排队到达、SIC 硬件残差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运行硬要求：7 个 SNR 工作点（0–30 dB）上交付率/队列相对 SDMA 基线同时达标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6163056" y="1143000"/>
            <a:ext cx="5705856" cy="310896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优化建模｜逐点约束下的长期能效最大化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6208" y="1490472"/>
            <a:ext cx="5559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逐槽决策变量：分组 g、公共流功率比 α、功率 p、队列服务比 d、SIC 解码序 π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max  liminf (1/T) Σ_t EE[t]，  EE = R_sum / (Σ_k p_k/η_PA + P_circ)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s.t.  deliv(s) ≥ deliv_SDMA(s)，queue(s) ≤ 1.1·queue_SDMA(s)，∀ s ∈ S（7 点）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      0 ≤ p_k ≤ P_k,max；队列均值有界；π ∈ S_K（合法排列）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R_k = log2(1+SINR_c) + log2(1+SINR_p)；SINR 含未解码干扰 + SIC 残差 β² + CSI 误差 ε²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3675887"/>
            <a:ext cx="5705856" cy="31089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核心难点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4023359"/>
            <a:ext cx="5559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组合不可微：π 共 K! 种排列，速率对解码序不可微 → 梯度无法直接作用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逐点硬约束：单一策略须 7 点同时满足、不可逐点分解；“平均好”即判失败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过载 × 不完美 CSI：估计误差 σ²/(K·p_pilot) 随 K 增大，SIC 残差沿解码链传播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分数目标 × 队列耦合：EE 为比式且与队列状态耦合 → 需 Dinkelbach + Lyapunov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交付门控使梯度饱和；效应量 ~0.005 淹没于种子噪声，单种子对比不可信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3675887"/>
            <a:ext cx="5705856" cy="310896"/>
          </a:xfrm>
          <a:prstGeom prst="rect">
            <a:avLst/>
          </a:prstGeom>
          <a:solidFill>
            <a:srgbClr val="548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5400" bIns="25400" wrap="square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我们的算法｜分层 PPO + 求解器专家蒸馏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6208" y="4023359"/>
            <a:ext cx="5559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双时间尺度分层 PPO：Meta（每 20 槽：用户分组+组级分裂）→ Worker SA-GAT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Worker 逐槽输出：功率份额、队列排泄比、Plackett-Luce SIC 序（Gumbel top-K）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DGLCR 奖励：Dinkelbach 线性化 EE + max-weight 吞吐 + CVaR 交付虚拟队列罚；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   Lagrangian 对偶 + 词典序梯度投影保障硬约束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求解器专家：可微 MMSE-SIC 影子引擎，逐槽 25 步 Adam 精炼功率 logits + 序候选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Microsoft YaHei"/>
              </a:rPr>
              <a:t>• 蒸馏部署：8000 episode BC → SFTP 步冻微调 → guard 逐点选点；推理单前向传播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382512"/>
            <a:ext cx="11548872" cy="329184"/>
          </a:xfrm>
          <a:prstGeom prst="rect">
            <a:avLst/>
          </a:prstGeom>
          <a:solidFill>
            <a:srgbClr val="F2F6F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8100" wrap="square"/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4E79"/>
                </a:solidFill>
                <a:latin typeface="Microsoft YaHei"/>
              </a:rPr>
              <a:t>结果：7/7 逐点门全过 ｜ 交付 0.9496±0.0047（5 seeds） ｜ 30 dB：0.888 vs SDMA 0.664 / NOMA 0.581 / EP 0.601 ｜ 发射功率约减半 ｜ 蒸馏成本 ≈1.2%（专家上界 0.9574 → 策略 0.9519）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